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Poppins Bold" panose="020B0604020202020204" charset="0"/>
      <p:regular r:id="rId6"/>
    </p:embeddedFont>
    <p:embeddedFont>
      <p:font typeface="Poppins Semi-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40719" y="0"/>
            <a:ext cx="7110889" cy="10287000"/>
          </a:xfrm>
          <a:custGeom>
            <a:avLst/>
            <a:gdLst/>
            <a:ahLst/>
            <a:cxnLst/>
            <a:rect l="l" t="t" r="r" b="b"/>
            <a:pathLst>
              <a:path w="7110889" h="10287000">
                <a:moveTo>
                  <a:pt x="0" y="0"/>
                </a:moveTo>
                <a:lnTo>
                  <a:pt x="7110888" y="0"/>
                </a:lnTo>
                <a:lnTo>
                  <a:pt x="7110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3" name="Freeform 3"/>
          <p:cNvSpPr/>
          <p:nvPr/>
        </p:nvSpPr>
        <p:spPr>
          <a:xfrm>
            <a:off x="0" y="6902805"/>
            <a:ext cx="2457772" cy="3384195"/>
          </a:xfrm>
          <a:custGeom>
            <a:avLst/>
            <a:gdLst/>
            <a:ahLst/>
            <a:cxnLst/>
            <a:rect l="l" t="t" r="r" b="b"/>
            <a:pathLst>
              <a:path w="2457772" h="3384195">
                <a:moveTo>
                  <a:pt x="0" y="0"/>
                </a:moveTo>
                <a:lnTo>
                  <a:pt x="2457772" y="0"/>
                </a:lnTo>
                <a:lnTo>
                  <a:pt x="2457772" y="3384195"/>
                </a:lnTo>
                <a:lnTo>
                  <a:pt x="0" y="3384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4" name="Freeform 4"/>
          <p:cNvSpPr/>
          <p:nvPr/>
        </p:nvSpPr>
        <p:spPr>
          <a:xfrm>
            <a:off x="-75996" y="4733489"/>
            <a:ext cx="1104696" cy="2659249"/>
          </a:xfrm>
          <a:custGeom>
            <a:avLst/>
            <a:gdLst/>
            <a:ahLst/>
            <a:cxnLst/>
            <a:rect l="l" t="t" r="r" b="b"/>
            <a:pathLst>
              <a:path w="1104696" h="2659249">
                <a:moveTo>
                  <a:pt x="0" y="0"/>
                </a:moveTo>
                <a:lnTo>
                  <a:pt x="1104696" y="0"/>
                </a:lnTo>
                <a:lnTo>
                  <a:pt x="1104696" y="2659249"/>
                </a:lnTo>
                <a:lnTo>
                  <a:pt x="0" y="26592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5" name="Freeform 5"/>
          <p:cNvSpPr/>
          <p:nvPr/>
        </p:nvSpPr>
        <p:spPr>
          <a:xfrm rot="5400000" flipV="1">
            <a:off x="16535496" y="-723804"/>
            <a:ext cx="1028700" cy="2476309"/>
          </a:xfrm>
          <a:custGeom>
            <a:avLst/>
            <a:gdLst/>
            <a:ahLst/>
            <a:cxnLst/>
            <a:rect l="l" t="t" r="r" b="b"/>
            <a:pathLst>
              <a:path w="1028700" h="2476309">
                <a:moveTo>
                  <a:pt x="0" y="2476308"/>
                </a:moveTo>
                <a:lnTo>
                  <a:pt x="1028700" y="2476308"/>
                </a:lnTo>
                <a:lnTo>
                  <a:pt x="1028700" y="0"/>
                </a:lnTo>
                <a:lnTo>
                  <a:pt x="0" y="0"/>
                </a:lnTo>
                <a:lnTo>
                  <a:pt x="0" y="24763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6" name="TextBox 6"/>
          <p:cNvSpPr txBox="1"/>
          <p:nvPr/>
        </p:nvSpPr>
        <p:spPr>
          <a:xfrm>
            <a:off x="2298325" y="2442821"/>
            <a:ext cx="10713788" cy="532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61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WEB DE CONTROL DE INVENTARIO Y VENTAS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24185" y="2519021"/>
            <a:ext cx="269978" cy="5248957"/>
            <a:chOff x="0" y="0"/>
            <a:chExt cx="70163" cy="13641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163" cy="1364126"/>
            </a:xfrm>
            <a:custGeom>
              <a:avLst/>
              <a:gdLst/>
              <a:ahLst/>
              <a:cxnLst/>
              <a:rect l="l" t="t" r="r" b="b"/>
              <a:pathLst>
                <a:path w="70163" h="1364126">
                  <a:moveTo>
                    <a:pt x="0" y="0"/>
                  </a:moveTo>
                  <a:lnTo>
                    <a:pt x="70163" y="0"/>
                  </a:lnTo>
                  <a:lnTo>
                    <a:pt x="70163" y="1364126"/>
                  </a:lnTo>
                  <a:lnTo>
                    <a:pt x="0" y="1364126"/>
                  </a:lnTo>
                  <a:close/>
                </a:path>
              </a:pathLst>
            </a:custGeom>
            <a:solidFill>
              <a:srgbClr val="16598E"/>
            </a:solidFill>
          </p:spPr>
          <p:txBody>
            <a:bodyPr/>
            <a:lstStyle/>
            <a:p>
              <a:endParaRPr lang="es-SV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70163" cy="1421276"/>
            </a:xfrm>
            <a:prstGeom prst="rect">
              <a:avLst/>
            </a:prstGeom>
          </p:spPr>
          <p:txBody>
            <a:bodyPr lIns="51482" tIns="51482" rIns="51482" bIns="51482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799586"/>
            <a:ext cx="2539250" cy="795217"/>
          </a:xfrm>
          <a:custGeom>
            <a:avLst/>
            <a:gdLst/>
            <a:ahLst/>
            <a:cxnLst/>
            <a:rect l="l" t="t" r="r" b="b"/>
            <a:pathLst>
              <a:path w="2539250" h="795217">
                <a:moveTo>
                  <a:pt x="0" y="0"/>
                </a:moveTo>
                <a:lnTo>
                  <a:pt x="2539250" y="0"/>
                </a:lnTo>
                <a:lnTo>
                  <a:pt x="2539250" y="795217"/>
                </a:lnTo>
                <a:lnTo>
                  <a:pt x="0" y="7952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094" t="-406" r="-20948"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11" name="Freeform 11"/>
          <p:cNvSpPr/>
          <p:nvPr/>
        </p:nvSpPr>
        <p:spPr>
          <a:xfrm>
            <a:off x="8521263" y="516322"/>
            <a:ext cx="2337115" cy="1078481"/>
          </a:xfrm>
          <a:custGeom>
            <a:avLst/>
            <a:gdLst/>
            <a:ahLst/>
            <a:cxnLst/>
            <a:rect l="l" t="t" r="r" b="b"/>
            <a:pathLst>
              <a:path w="2337115" h="1078481">
                <a:moveTo>
                  <a:pt x="0" y="0"/>
                </a:moveTo>
                <a:lnTo>
                  <a:pt x="2337115" y="0"/>
                </a:lnTo>
                <a:lnTo>
                  <a:pt x="2337115" y="1078481"/>
                </a:lnTo>
                <a:lnTo>
                  <a:pt x="0" y="1078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grpSp>
        <p:nvGrpSpPr>
          <p:cNvPr id="12" name="Group 12"/>
          <p:cNvGrpSpPr/>
          <p:nvPr/>
        </p:nvGrpSpPr>
        <p:grpSpPr>
          <a:xfrm>
            <a:off x="3102126" y="8382822"/>
            <a:ext cx="8090892" cy="443211"/>
            <a:chOff x="0" y="0"/>
            <a:chExt cx="10787856" cy="5909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85725"/>
              <a:ext cx="10787856" cy="651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1"/>
                </a:lnSpc>
              </a:pPr>
              <a:r>
                <a:rPr lang="en-US" sz="28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Proyecto Final - Diseño de Aplicaciones Web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65768" y="565548"/>
              <a:ext cx="8656320" cy="0"/>
            </a:xfrm>
            <a:prstGeom prst="line">
              <a:avLst/>
            </a:prstGeom>
            <a:ln w="50800" cap="flat">
              <a:solidFill>
                <a:srgbClr val="0CC0D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SV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5868" y="0"/>
            <a:ext cx="5632132" cy="10287000"/>
          </a:xfrm>
          <a:custGeom>
            <a:avLst/>
            <a:gdLst/>
            <a:ahLst/>
            <a:cxnLst/>
            <a:rect l="l" t="t" r="r" b="b"/>
            <a:pathLst>
              <a:path w="5632132" h="10287000">
                <a:moveTo>
                  <a:pt x="0" y="0"/>
                </a:moveTo>
                <a:lnTo>
                  <a:pt x="5632132" y="0"/>
                </a:lnTo>
                <a:lnTo>
                  <a:pt x="56321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grpSp>
        <p:nvGrpSpPr>
          <p:cNvPr id="3" name="Group 3"/>
          <p:cNvGrpSpPr/>
          <p:nvPr/>
        </p:nvGrpSpPr>
        <p:grpSpPr>
          <a:xfrm>
            <a:off x="13254301" y="4212242"/>
            <a:ext cx="4435265" cy="443526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2661" y="0"/>
                  </a:moveTo>
                  <a:lnTo>
                    <a:pt x="680139" y="0"/>
                  </a:lnTo>
                  <a:cubicBezTo>
                    <a:pt x="753406" y="0"/>
                    <a:pt x="812800" y="59394"/>
                    <a:pt x="812800" y="132661"/>
                  </a:cubicBezTo>
                  <a:lnTo>
                    <a:pt x="812800" y="680139"/>
                  </a:lnTo>
                  <a:cubicBezTo>
                    <a:pt x="812800" y="753406"/>
                    <a:pt x="753406" y="812800"/>
                    <a:pt x="680139" y="812800"/>
                  </a:cubicBezTo>
                  <a:lnTo>
                    <a:pt x="132661" y="812800"/>
                  </a:lnTo>
                  <a:cubicBezTo>
                    <a:pt x="59394" y="812800"/>
                    <a:pt x="0" y="753406"/>
                    <a:pt x="0" y="680139"/>
                  </a:cubicBezTo>
                  <a:lnTo>
                    <a:pt x="0" y="132661"/>
                  </a:lnTo>
                  <a:cubicBezTo>
                    <a:pt x="0" y="59394"/>
                    <a:pt x="59394" y="0"/>
                    <a:pt x="1326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SV"/>
            </a:p>
          </p:txBody>
        </p:sp>
      </p:grpSp>
      <p:sp>
        <p:nvSpPr>
          <p:cNvPr id="5" name="Freeform 5"/>
          <p:cNvSpPr/>
          <p:nvPr/>
        </p:nvSpPr>
        <p:spPr>
          <a:xfrm rot="5400000" flipV="1">
            <a:off x="16535496" y="-723804"/>
            <a:ext cx="1028700" cy="2476309"/>
          </a:xfrm>
          <a:custGeom>
            <a:avLst/>
            <a:gdLst/>
            <a:ahLst/>
            <a:cxnLst/>
            <a:rect l="l" t="t" r="r" b="b"/>
            <a:pathLst>
              <a:path w="1028700" h="2476309">
                <a:moveTo>
                  <a:pt x="0" y="2476308"/>
                </a:moveTo>
                <a:lnTo>
                  <a:pt x="1028700" y="2476308"/>
                </a:lnTo>
                <a:lnTo>
                  <a:pt x="1028700" y="0"/>
                </a:lnTo>
                <a:lnTo>
                  <a:pt x="0" y="0"/>
                </a:lnTo>
                <a:lnTo>
                  <a:pt x="0" y="24763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6" name="Freeform 6"/>
          <p:cNvSpPr/>
          <p:nvPr/>
        </p:nvSpPr>
        <p:spPr>
          <a:xfrm rot="5400000" flipH="1">
            <a:off x="723804" y="8534496"/>
            <a:ext cx="1028700" cy="2476309"/>
          </a:xfrm>
          <a:custGeom>
            <a:avLst/>
            <a:gdLst/>
            <a:ahLst/>
            <a:cxnLst/>
            <a:rect l="l" t="t" r="r" b="b"/>
            <a:pathLst>
              <a:path w="1028700" h="2476309">
                <a:moveTo>
                  <a:pt x="1028700" y="0"/>
                </a:moveTo>
                <a:lnTo>
                  <a:pt x="0" y="0"/>
                </a:lnTo>
                <a:lnTo>
                  <a:pt x="0" y="2476308"/>
                </a:lnTo>
                <a:lnTo>
                  <a:pt x="1028700" y="2476308"/>
                </a:lnTo>
                <a:lnTo>
                  <a:pt x="10287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7256345" cy="684202"/>
            <a:chOff x="0" y="0"/>
            <a:chExt cx="9675127" cy="9122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9675127" cy="912270"/>
              <a:chOff x="0" y="0"/>
              <a:chExt cx="812800" cy="7663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7663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6639">
                    <a:moveTo>
                      <a:pt x="38320" y="0"/>
                    </a:moveTo>
                    <a:lnTo>
                      <a:pt x="774480" y="0"/>
                    </a:lnTo>
                    <a:cubicBezTo>
                      <a:pt x="784643" y="0"/>
                      <a:pt x="794390" y="4037"/>
                      <a:pt x="801576" y="11224"/>
                    </a:cubicBezTo>
                    <a:cubicBezTo>
                      <a:pt x="808763" y="18410"/>
                      <a:pt x="812800" y="28157"/>
                      <a:pt x="812800" y="38320"/>
                    </a:cubicBezTo>
                    <a:lnTo>
                      <a:pt x="812800" y="38320"/>
                    </a:lnTo>
                    <a:cubicBezTo>
                      <a:pt x="812800" y="59483"/>
                      <a:pt x="795644" y="76639"/>
                      <a:pt x="774480" y="76639"/>
                    </a:cubicBezTo>
                    <a:lnTo>
                      <a:pt x="38320" y="76639"/>
                    </a:lnTo>
                    <a:cubicBezTo>
                      <a:pt x="28157" y="76639"/>
                      <a:pt x="18410" y="72602"/>
                      <a:pt x="11224" y="65416"/>
                    </a:cubicBezTo>
                    <a:cubicBezTo>
                      <a:pt x="4037" y="58229"/>
                      <a:pt x="0" y="48483"/>
                      <a:pt x="0" y="38320"/>
                    </a:cubicBezTo>
                    <a:lnTo>
                      <a:pt x="0" y="38320"/>
                    </a:lnTo>
                    <a:cubicBezTo>
                      <a:pt x="0" y="28157"/>
                      <a:pt x="4037" y="18410"/>
                      <a:pt x="11224" y="11224"/>
                    </a:cubicBezTo>
                    <a:cubicBezTo>
                      <a:pt x="18410" y="4037"/>
                      <a:pt x="28157" y="0"/>
                      <a:pt x="38320" y="0"/>
                    </a:cubicBezTo>
                    <a:close/>
                  </a:path>
                </a:pathLst>
              </a:custGeom>
              <a:solidFill>
                <a:srgbClr val="0CC0DF"/>
              </a:solidFill>
            </p:spPr>
            <p:txBody>
              <a:bodyPr/>
              <a:lstStyle/>
              <a:p>
                <a:endParaRPr lang="es-SV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812800" cy="1337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41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84467" y="51845"/>
              <a:ext cx="8906193" cy="860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00"/>
                </a:lnSpc>
                <a:spcBef>
                  <a:spcPct val="0"/>
                </a:spcBef>
              </a:pPr>
              <a:r>
                <a:rPr lang="en-US" sz="40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Descripción del Problema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258614"/>
            <a:ext cx="11187902" cy="332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5"/>
              </a:lnSpc>
            </a:pPr>
            <a:r>
              <a:rPr lang="en-US" sz="25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La presente propuesta detalla el diseño y desarrollo de una plataforma web integral destinada a resolver las deficiencias operativas en el control de existencias y los procesos de facturación de Technobyte. El objetivo central es sustituir los registros manuales y hojas de cálculo aisladas por un sistema seguro, relacional y en tiempo real, garantizando la trazabilidad absoluta de cada transacción comercial.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353674"/>
            <a:ext cx="9179615" cy="186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Esto se traduce en las siguientes debilidades críticas:</a:t>
            </a:r>
          </a:p>
          <a:p>
            <a:pPr marL="561339" lvl="1" indent="-280669" algn="l">
              <a:lnSpc>
                <a:spcPts val="3717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Descontrol en el Inventario (Stock)</a:t>
            </a:r>
          </a:p>
          <a:p>
            <a:pPr marL="561339" lvl="1" indent="-280669" algn="l">
              <a:lnSpc>
                <a:spcPts val="3717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Vulnerabilidad y Falta de Auditoría</a:t>
            </a:r>
          </a:p>
          <a:p>
            <a:pPr marL="561339" lvl="1" indent="-280669" algn="l">
              <a:lnSpc>
                <a:spcPts val="3717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Procesos de Venta Lentos y Propensos al Error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994282" y="4461662"/>
            <a:ext cx="4435265" cy="4435265"/>
            <a:chOff x="0" y="0"/>
            <a:chExt cx="1168136" cy="11681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8136" cy="1168136"/>
            </a:xfrm>
            <a:custGeom>
              <a:avLst/>
              <a:gdLst/>
              <a:ahLst/>
              <a:cxnLst/>
              <a:rect l="l" t="t" r="r" b="b"/>
              <a:pathLst>
                <a:path w="1168136" h="1168136">
                  <a:moveTo>
                    <a:pt x="88368" y="0"/>
                  </a:moveTo>
                  <a:lnTo>
                    <a:pt x="1079768" y="0"/>
                  </a:lnTo>
                  <a:cubicBezTo>
                    <a:pt x="1128572" y="0"/>
                    <a:pt x="1168136" y="39564"/>
                    <a:pt x="1168136" y="88368"/>
                  </a:cubicBezTo>
                  <a:lnTo>
                    <a:pt x="1168136" y="1079768"/>
                  </a:lnTo>
                  <a:cubicBezTo>
                    <a:pt x="1168136" y="1103204"/>
                    <a:pt x="1158825" y="1125681"/>
                    <a:pt x="1142253" y="1142253"/>
                  </a:cubicBezTo>
                  <a:cubicBezTo>
                    <a:pt x="1125681" y="1158825"/>
                    <a:pt x="1103204" y="1168136"/>
                    <a:pt x="1079768" y="1168136"/>
                  </a:cubicBezTo>
                  <a:lnTo>
                    <a:pt x="88368" y="1168136"/>
                  </a:lnTo>
                  <a:cubicBezTo>
                    <a:pt x="64931" y="1168136"/>
                    <a:pt x="42455" y="1158825"/>
                    <a:pt x="25882" y="1142253"/>
                  </a:cubicBezTo>
                  <a:cubicBezTo>
                    <a:pt x="9310" y="1125681"/>
                    <a:pt x="0" y="1103204"/>
                    <a:pt x="0" y="1079768"/>
                  </a:cubicBezTo>
                  <a:lnTo>
                    <a:pt x="0" y="88368"/>
                  </a:lnTo>
                  <a:cubicBezTo>
                    <a:pt x="0" y="64931"/>
                    <a:pt x="9310" y="42455"/>
                    <a:pt x="25882" y="25882"/>
                  </a:cubicBezTo>
                  <a:cubicBezTo>
                    <a:pt x="42455" y="9310"/>
                    <a:pt x="64931" y="0"/>
                    <a:pt x="8836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s-SV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68136" cy="1225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1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385107" y="5014437"/>
            <a:ext cx="3653616" cy="3329714"/>
          </a:xfrm>
          <a:custGeom>
            <a:avLst/>
            <a:gdLst/>
            <a:ahLst/>
            <a:cxnLst/>
            <a:rect l="l" t="t" r="r" b="b"/>
            <a:pathLst>
              <a:path w="3653616" h="3329714">
                <a:moveTo>
                  <a:pt x="0" y="0"/>
                </a:moveTo>
                <a:lnTo>
                  <a:pt x="3653616" y="0"/>
                </a:lnTo>
                <a:lnTo>
                  <a:pt x="3653616" y="3329714"/>
                </a:lnTo>
                <a:lnTo>
                  <a:pt x="0" y="3329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414" t="-23071" r="-70861" b="-22988"/>
            </a:stretch>
          </a:blipFill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74326"/>
            <a:ext cx="2363070" cy="3259407"/>
          </a:xfrm>
          <a:custGeom>
            <a:avLst/>
            <a:gdLst/>
            <a:ahLst/>
            <a:cxnLst/>
            <a:rect l="l" t="t" r="r" b="b"/>
            <a:pathLst>
              <a:path w="2363070" h="3259407">
                <a:moveTo>
                  <a:pt x="2363070" y="0"/>
                </a:moveTo>
                <a:lnTo>
                  <a:pt x="0" y="0"/>
                </a:lnTo>
                <a:lnTo>
                  <a:pt x="0" y="3259406"/>
                </a:lnTo>
                <a:lnTo>
                  <a:pt x="2363070" y="3259406"/>
                </a:lnTo>
                <a:lnTo>
                  <a:pt x="23630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3" name="Freeform 3"/>
          <p:cNvSpPr/>
          <p:nvPr/>
        </p:nvSpPr>
        <p:spPr>
          <a:xfrm flipH="1" flipV="1">
            <a:off x="17183304" y="0"/>
            <a:ext cx="1104696" cy="2659249"/>
          </a:xfrm>
          <a:custGeom>
            <a:avLst/>
            <a:gdLst/>
            <a:ahLst/>
            <a:cxnLst/>
            <a:rect l="l" t="t" r="r" b="b"/>
            <a:pathLst>
              <a:path w="1104696" h="2659249">
                <a:moveTo>
                  <a:pt x="1104696" y="2659249"/>
                </a:moveTo>
                <a:lnTo>
                  <a:pt x="0" y="2659249"/>
                </a:lnTo>
                <a:lnTo>
                  <a:pt x="0" y="0"/>
                </a:lnTo>
                <a:lnTo>
                  <a:pt x="1104696" y="0"/>
                </a:lnTo>
                <a:lnTo>
                  <a:pt x="1104696" y="265924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4" name="Freeform 4"/>
          <p:cNvSpPr/>
          <p:nvPr/>
        </p:nvSpPr>
        <p:spPr>
          <a:xfrm>
            <a:off x="0" y="7627751"/>
            <a:ext cx="1104696" cy="2659249"/>
          </a:xfrm>
          <a:custGeom>
            <a:avLst/>
            <a:gdLst/>
            <a:ahLst/>
            <a:cxnLst/>
            <a:rect l="l" t="t" r="r" b="b"/>
            <a:pathLst>
              <a:path w="1104696" h="2659249">
                <a:moveTo>
                  <a:pt x="0" y="0"/>
                </a:moveTo>
                <a:lnTo>
                  <a:pt x="1104696" y="0"/>
                </a:lnTo>
                <a:lnTo>
                  <a:pt x="1104696" y="2659249"/>
                </a:lnTo>
                <a:lnTo>
                  <a:pt x="0" y="26592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5" name="Freeform 5"/>
          <p:cNvSpPr/>
          <p:nvPr/>
        </p:nvSpPr>
        <p:spPr>
          <a:xfrm flipV="1">
            <a:off x="15924930" y="7027593"/>
            <a:ext cx="2363070" cy="3259407"/>
          </a:xfrm>
          <a:custGeom>
            <a:avLst/>
            <a:gdLst/>
            <a:ahLst/>
            <a:cxnLst/>
            <a:rect l="l" t="t" r="r" b="b"/>
            <a:pathLst>
              <a:path w="2363070" h="3259407">
                <a:moveTo>
                  <a:pt x="0" y="3259407"/>
                </a:moveTo>
                <a:lnTo>
                  <a:pt x="2363070" y="3259407"/>
                </a:lnTo>
                <a:lnTo>
                  <a:pt x="2363070" y="0"/>
                </a:lnTo>
                <a:lnTo>
                  <a:pt x="0" y="0"/>
                </a:lnTo>
                <a:lnTo>
                  <a:pt x="0" y="32594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6" name="Freeform 6"/>
          <p:cNvSpPr/>
          <p:nvPr/>
        </p:nvSpPr>
        <p:spPr>
          <a:xfrm>
            <a:off x="386920" y="2659249"/>
            <a:ext cx="17514159" cy="4575574"/>
          </a:xfrm>
          <a:custGeom>
            <a:avLst/>
            <a:gdLst/>
            <a:ahLst/>
            <a:cxnLst/>
            <a:rect l="l" t="t" r="r" b="b"/>
            <a:pathLst>
              <a:path w="17514159" h="4575574">
                <a:moveTo>
                  <a:pt x="0" y="0"/>
                </a:moveTo>
                <a:lnTo>
                  <a:pt x="17514160" y="0"/>
                </a:lnTo>
                <a:lnTo>
                  <a:pt x="17514160" y="4575574"/>
                </a:lnTo>
                <a:lnTo>
                  <a:pt x="0" y="4575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grpSp>
        <p:nvGrpSpPr>
          <p:cNvPr id="7" name="Group 7"/>
          <p:cNvGrpSpPr/>
          <p:nvPr/>
        </p:nvGrpSpPr>
        <p:grpSpPr>
          <a:xfrm>
            <a:off x="6311447" y="871175"/>
            <a:ext cx="5665105" cy="684202"/>
            <a:chOff x="0" y="0"/>
            <a:chExt cx="7553474" cy="91227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553474" cy="912270"/>
              <a:chOff x="0" y="0"/>
              <a:chExt cx="634562" cy="7663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4562" cy="76639"/>
              </a:xfrm>
              <a:custGeom>
                <a:avLst/>
                <a:gdLst/>
                <a:ahLst/>
                <a:cxnLst/>
                <a:rect l="l" t="t" r="r" b="b"/>
                <a:pathLst>
                  <a:path w="634562" h="76639">
                    <a:moveTo>
                      <a:pt x="38320" y="0"/>
                    </a:moveTo>
                    <a:lnTo>
                      <a:pt x="596242" y="0"/>
                    </a:lnTo>
                    <a:cubicBezTo>
                      <a:pt x="606405" y="0"/>
                      <a:pt x="616152" y="4037"/>
                      <a:pt x="623338" y="11224"/>
                    </a:cubicBezTo>
                    <a:cubicBezTo>
                      <a:pt x="630524" y="18410"/>
                      <a:pt x="634562" y="28157"/>
                      <a:pt x="634562" y="38320"/>
                    </a:cubicBezTo>
                    <a:lnTo>
                      <a:pt x="634562" y="38320"/>
                    </a:lnTo>
                    <a:cubicBezTo>
                      <a:pt x="634562" y="48483"/>
                      <a:pt x="630524" y="58229"/>
                      <a:pt x="623338" y="65416"/>
                    </a:cubicBezTo>
                    <a:cubicBezTo>
                      <a:pt x="616152" y="72602"/>
                      <a:pt x="606405" y="76639"/>
                      <a:pt x="596242" y="76639"/>
                    </a:cubicBezTo>
                    <a:lnTo>
                      <a:pt x="38320" y="76639"/>
                    </a:lnTo>
                    <a:cubicBezTo>
                      <a:pt x="28157" y="76639"/>
                      <a:pt x="18410" y="72602"/>
                      <a:pt x="11224" y="65416"/>
                    </a:cubicBezTo>
                    <a:cubicBezTo>
                      <a:pt x="4037" y="58229"/>
                      <a:pt x="0" y="48483"/>
                      <a:pt x="0" y="38320"/>
                    </a:cubicBezTo>
                    <a:lnTo>
                      <a:pt x="0" y="38320"/>
                    </a:lnTo>
                    <a:cubicBezTo>
                      <a:pt x="0" y="28157"/>
                      <a:pt x="4037" y="18410"/>
                      <a:pt x="11224" y="11224"/>
                    </a:cubicBezTo>
                    <a:cubicBezTo>
                      <a:pt x="18410" y="4037"/>
                      <a:pt x="28157" y="0"/>
                      <a:pt x="38320" y="0"/>
                    </a:cubicBezTo>
                    <a:close/>
                  </a:path>
                </a:pathLst>
              </a:custGeom>
              <a:solidFill>
                <a:srgbClr val="0CC0DF"/>
              </a:solidFill>
            </p:spPr>
            <p:txBody>
              <a:bodyPr/>
              <a:lstStyle/>
              <a:p>
                <a:endParaRPr lang="es-SV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634562" cy="1337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41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02617" y="-3057"/>
              <a:ext cx="7148239" cy="860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40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7110889" cy="10287000"/>
          </a:xfrm>
          <a:custGeom>
            <a:avLst/>
            <a:gdLst/>
            <a:ahLst/>
            <a:cxnLst/>
            <a:rect l="l" t="t" r="r" b="b"/>
            <a:pathLst>
              <a:path w="7110889" h="10287000">
                <a:moveTo>
                  <a:pt x="7110889" y="0"/>
                </a:moveTo>
                <a:lnTo>
                  <a:pt x="0" y="0"/>
                </a:lnTo>
                <a:lnTo>
                  <a:pt x="0" y="10287000"/>
                </a:lnTo>
                <a:lnTo>
                  <a:pt x="7110889" y="10287000"/>
                </a:lnTo>
                <a:lnTo>
                  <a:pt x="711088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3" name="Freeform 3"/>
          <p:cNvSpPr/>
          <p:nvPr/>
        </p:nvSpPr>
        <p:spPr>
          <a:xfrm flipH="1">
            <a:off x="15579146" y="6644001"/>
            <a:ext cx="2708854" cy="3729920"/>
          </a:xfrm>
          <a:custGeom>
            <a:avLst/>
            <a:gdLst/>
            <a:ahLst/>
            <a:cxnLst/>
            <a:rect l="l" t="t" r="r" b="b"/>
            <a:pathLst>
              <a:path w="2708854" h="3729920">
                <a:moveTo>
                  <a:pt x="2708854" y="0"/>
                </a:moveTo>
                <a:lnTo>
                  <a:pt x="0" y="0"/>
                </a:lnTo>
                <a:lnTo>
                  <a:pt x="0" y="3729919"/>
                </a:lnTo>
                <a:lnTo>
                  <a:pt x="2708854" y="3729919"/>
                </a:lnTo>
                <a:lnTo>
                  <a:pt x="2708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4" name="Freeform 4"/>
          <p:cNvSpPr/>
          <p:nvPr/>
        </p:nvSpPr>
        <p:spPr>
          <a:xfrm flipH="1">
            <a:off x="17183304" y="4911491"/>
            <a:ext cx="1104696" cy="2659249"/>
          </a:xfrm>
          <a:custGeom>
            <a:avLst/>
            <a:gdLst/>
            <a:ahLst/>
            <a:cxnLst/>
            <a:rect l="l" t="t" r="r" b="b"/>
            <a:pathLst>
              <a:path w="1104696" h="2659249">
                <a:moveTo>
                  <a:pt x="1104696" y="0"/>
                </a:moveTo>
                <a:lnTo>
                  <a:pt x="0" y="0"/>
                </a:lnTo>
                <a:lnTo>
                  <a:pt x="0" y="2659249"/>
                </a:lnTo>
                <a:lnTo>
                  <a:pt x="1104696" y="2659249"/>
                </a:lnTo>
                <a:lnTo>
                  <a:pt x="110469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5" name="Freeform 5"/>
          <p:cNvSpPr/>
          <p:nvPr/>
        </p:nvSpPr>
        <p:spPr>
          <a:xfrm rot="5400000" flipV="1">
            <a:off x="723804" y="-723804"/>
            <a:ext cx="1028700" cy="2476309"/>
          </a:xfrm>
          <a:custGeom>
            <a:avLst/>
            <a:gdLst/>
            <a:ahLst/>
            <a:cxnLst/>
            <a:rect l="l" t="t" r="r" b="b"/>
            <a:pathLst>
              <a:path w="1028700" h="2476309">
                <a:moveTo>
                  <a:pt x="0" y="2476308"/>
                </a:moveTo>
                <a:lnTo>
                  <a:pt x="1028700" y="2476308"/>
                </a:lnTo>
                <a:lnTo>
                  <a:pt x="1028700" y="0"/>
                </a:lnTo>
                <a:lnTo>
                  <a:pt x="0" y="0"/>
                </a:lnTo>
                <a:lnTo>
                  <a:pt x="0" y="24763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/>
          </a:p>
        </p:txBody>
      </p:sp>
      <p:sp>
        <p:nvSpPr>
          <p:cNvPr id="6" name="TextBox 6"/>
          <p:cNvSpPr txBox="1"/>
          <p:nvPr/>
        </p:nvSpPr>
        <p:spPr>
          <a:xfrm>
            <a:off x="7547635" y="2539722"/>
            <a:ext cx="8510695" cy="438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4"/>
              </a:lnSpc>
            </a:pPr>
            <a:r>
              <a:rPr lang="en-US" sz="139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MUCHAS GRACIAS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09564" y="7437390"/>
            <a:ext cx="5186837" cy="82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0"/>
              </a:lnSpc>
            </a:pPr>
            <a:r>
              <a:rPr lang="en-US" sz="453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Por Su Atención</a:t>
            </a:r>
          </a:p>
        </p:txBody>
      </p:sp>
      <p:sp>
        <p:nvSpPr>
          <p:cNvPr id="8" name="AutoShape 8"/>
          <p:cNvSpPr/>
          <p:nvPr/>
        </p:nvSpPr>
        <p:spPr>
          <a:xfrm>
            <a:off x="8556863" y="8333899"/>
            <a:ext cx="6492240" cy="0"/>
          </a:xfrm>
          <a:prstGeom prst="line">
            <a:avLst/>
          </a:prstGeom>
          <a:ln w="38100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</Words>
  <Application>Microsoft Office PowerPoint</Application>
  <PresentationFormat>Personalizado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Calibri</vt:lpstr>
      <vt:lpstr>Poppins Bold</vt:lpstr>
      <vt:lpstr>Poppins Semi-Bold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inventario y ventas</dc:title>
  <cp:lastModifiedBy>Edwin Cruz</cp:lastModifiedBy>
  <cp:revision>2</cp:revision>
  <dcterms:created xsi:type="dcterms:W3CDTF">2006-08-16T00:00:00Z</dcterms:created>
  <dcterms:modified xsi:type="dcterms:W3CDTF">2026-06-25T00:40:01Z</dcterms:modified>
  <dc:identifier>DAHNdAKM-jY</dc:identifier>
</cp:coreProperties>
</file>